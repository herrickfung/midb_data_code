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088"/>
    <p:restoredTop sz="94706"/>
  </p:normalViewPr>
  <p:slideViewPr>
    <p:cSldViewPr snapToGrid="0">
      <p:cViewPr varScale="1">
        <p:scale>
          <a:sx n="211" d="100"/>
          <a:sy n="211" d="100"/>
        </p:scale>
        <p:origin x="248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4A3B0B-3800-FFF9-1D00-1C39D54DC2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4A39767-C043-3681-96EF-BAD4DE69C8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01A1EF-67AF-8553-C98A-78FB362E4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BB6EF4-3097-1F64-6567-C21D86543E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008E22-D938-6397-6930-F0344C553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47294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D5F82F-A99A-64AD-0B0A-E7ECC63D35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A9976C-97DC-CF7D-D930-3B38C876F0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3D7FFD-C2A9-FB2B-DAC8-8AA6BE6ECA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51BFA7-AF33-289B-34E1-4B2FFF34D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033B72-D54E-5E50-2AD3-55C083CFB3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17746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8B0D4-5196-B060-9E28-595AE78AF5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6CA756-849E-DE2F-5EDB-D27D50659B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6EEFE-6ADA-6456-3926-F9BC4ECBCD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97E7-B34E-8EED-45CD-2C02B7CE9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8588DAC-C438-37F8-D822-7E449D3BB0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31825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EA507A-66C0-1E4E-18D3-A45BF60E33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A55C11-9F96-EA8C-A750-168E0C0713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FA3CAE5-3F14-B543-2A49-3D0FAB6C95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5AD4D5-C0BC-8647-EFC6-20ED2A9C5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96B23C-218A-DD30-87B3-D4FBEF3313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D2B584-ED27-C4AE-D17F-56A419AC7A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4908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A6BB84-E5A7-73C6-67C4-B73C3C84ED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43BA7E-18B9-479A-4642-5CB0652577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E0870A-061C-B4AB-79FC-47DB9637548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BDF3B6-DCEE-1CC3-4500-EA898C473E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3C45436-52E4-4FC0-CD1C-2CA7127FE48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93200B-B9BC-AFBD-617E-1C8A399A17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93E887-0F3B-3AA0-FFE2-B33F81BF2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10E94-F7C8-4B2A-4E7B-11154A97C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5607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527360-7D2D-12BF-6D63-4D344BAD0D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B74298-DE26-F567-B1CE-9904223A72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DA746D8-3533-30A4-A670-9F43BAA159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4606E1E-442B-F452-9F34-D8FD237DAD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057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A1B92E6-48D9-C34B-6DAA-3C2A6D6AA3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1DA8D3E-DC92-D492-1525-06A7E1761C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418437-2905-A576-8B0E-55AC7C1885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3084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A7EE9F-7932-9B76-9605-1E424C95A1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1481B4-BC52-CFE1-E74F-3FB3F114370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55DA063-1FE9-45EC-FE76-DF28FA1E2C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394A62-2B0E-10AE-137F-A1BB2DA18E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F3F62-8D2C-ACD4-FA3D-6F860B4D86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E472E4-4A3E-D78C-0393-707E95235D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58100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8CF49-9231-102B-80BD-C92F72D2A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C38F0C-A58B-C704-2F33-12CE10A13AD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7ED359-1808-38A5-4E37-15849905DAF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7B9CD4-C6FE-3EF8-284B-A0888EC0AB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24255-D54E-4A26-1A54-19C0C621D3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9C5AFB-6103-F1E9-42F0-F5026CF4A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60300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98FF9D-5436-51B7-D891-E98BE9801E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8A8B3CD-E90F-FD16-FF93-8B6673B585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172B27-D961-096B-EBDE-D29E7B418A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A8BB1-73B4-51ED-1FBC-5A37B69EB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5E95E3-33A0-CDFF-C2F2-44E73A5745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20505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05BF860-6E75-6DB1-6A66-8537B479541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89DE17-E28D-092D-2DC3-8ED93CCA2B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96E90-F2B1-D023-63BF-36AF016B0B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B91272-56ED-6569-B9E9-5CE6FDCF5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B9E57A-6522-0FCC-3E2E-68DEA8449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8472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3A1DA48-AD20-2345-41B2-0745294943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5DC10C1-0AE4-1CD6-A8AF-C92CBFAFFB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0362C8-A765-70F2-3764-29B7297313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1EB621-4CFC-DA4B-8854-E95086410517}" type="datetimeFigureOut">
              <a:rPr lang="en-US" smtClean="0"/>
              <a:t>9/29/25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ECF046-E865-522C-D630-CE79C081DA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1950DBC-9B89-699F-2446-DFB8E7FC31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F47D48-6289-1C41-95AF-7EB0FB7663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8957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6A98E65-BCCF-85B8-4254-24EFEFCFDCCE}"/>
              </a:ext>
            </a:extLst>
          </p:cNvPr>
          <p:cNvSpPr txBox="1"/>
          <p:nvPr/>
        </p:nvSpPr>
        <p:spPr>
          <a:xfrm>
            <a:off x="1123451" y="3193092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bed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0428A8A-E432-35F6-3334-A7E1FD455BD0}"/>
              </a:ext>
            </a:extLst>
          </p:cNvPr>
          <p:cNvSpPr txBox="1"/>
          <p:nvPr/>
        </p:nvSpPr>
        <p:spPr>
          <a:xfrm>
            <a:off x="3216043" y="3193092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bridge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538C48D-55F5-9667-D258-1B47591DBB21}"/>
              </a:ext>
            </a:extLst>
          </p:cNvPr>
          <p:cNvSpPr txBox="1"/>
          <p:nvPr/>
        </p:nvSpPr>
        <p:spPr>
          <a:xfrm>
            <a:off x="5308635" y="3193092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car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EFA9535F-6630-AE32-A7AA-9BD22957F522}"/>
              </a:ext>
            </a:extLst>
          </p:cNvPr>
          <p:cNvSpPr txBox="1"/>
          <p:nvPr/>
        </p:nvSpPr>
        <p:spPr>
          <a:xfrm>
            <a:off x="7401227" y="3193092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cat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95FFA38-914B-3847-EA71-890FB9EA864E}"/>
              </a:ext>
            </a:extLst>
          </p:cNvPr>
          <p:cNvSpPr txBox="1"/>
          <p:nvPr/>
        </p:nvSpPr>
        <p:spPr>
          <a:xfrm>
            <a:off x="9493820" y="3193092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elephant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5C60829C-E3AF-F3FC-11C6-ECE0968DBC08}"/>
              </a:ext>
            </a:extLst>
          </p:cNvPr>
          <p:cNvSpPr txBox="1"/>
          <p:nvPr/>
        </p:nvSpPr>
        <p:spPr>
          <a:xfrm>
            <a:off x="1123451" y="5524373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flower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D1DED9-66EA-0D4C-C420-925A4D351FD5}"/>
              </a:ext>
            </a:extLst>
          </p:cNvPr>
          <p:cNvSpPr txBox="1"/>
          <p:nvPr/>
        </p:nvSpPr>
        <p:spPr>
          <a:xfrm>
            <a:off x="3216043" y="5524373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house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40B22E8-5CE7-AAC9-8F7F-B363B3CF75A3}"/>
              </a:ext>
            </a:extLst>
          </p:cNvPr>
          <p:cNvSpPr txBox="1"/>
          <p:nvPr/>
        </p:nvSpPr>
        <p:spPr>
          <a:xfrm>
            <a:off x="5308635" y="5524373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knife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ADC545D-1896-2ACE-5AFC-97D0CCB8333B}"/>
              </a:ext>
            </a:extLst>
          </p:cNvPr>
          <p:cNvSpPr txBox="1"/>
          <p:nvPr/>
        </p:nvSpPr>
        <p:spPr>
          <a:xfrm>
            <a:off x="7401227" y="5524373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phone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25D3DA15-33AE-F058-B568-49A547FD5E5C}"/>
              </a:ext>
            </a:extLst>
          </p:cNvPr>
          <p:cNvSpPr txBox="1"/>
          <p:nvPr/>
        </p:nvSpPr>
        <p:spPr>
          <a:xfrm>
            <a:off x="9493820" y="5524373"/>
            <a:ext cx="157472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train</a:t>
            </a:r>
          </a:p>
        </p:txBody>
      </p:sp>
      <p:pic>
        <p:nvPicPr>
          <p:cNvPr id="3" name="Picture 2" descr="A stone house with a path leading to the front&#10;&#10;Description automatically generated">
            <a:extLst>
              <a:ext uri="{FF2B5EF4-FFF2-40B4-BE49-F238E27FC236}">
                <a16:creationId xmlns:a16="http://schemas.microsoft.com/office/drawing/2014/main" id="{B9DCBF48-64C9-B2C4-5F65-F0F2F35BC6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408" y="3724373"/>
            <a:ext cx="1800000" cy="1800000"/>
          </a:xfrm>
          <a:prstGeom prst="roundRect">
            <a:avLst/>
          </a:prstGeom>
        </p:spPr>
      </p:pic>
      <p:pic>
        <p:nvPicPr>
          <p:cNvPr id="6" name="Picture 5" descr="A yellow sports car with its trunk open&#10;&#10;Description automatically generated">
            <a:extLst>
              <a:ext uri="{FF2B5EF4-FFF2-40B4-BE49-F238E27FC236}">
                <a16:creationId xmlns:a16="http://schemas.microsoft.com/office/drawing/2014/main" id="{B2784175-330B-6BDA-2785-943B03A488F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95999" y="1387855"/>
            <a:ext cx="1800000" cy="1800000"/>
          </a:xfrm>
          <a:prstGeom prst="roundRect">
            <a:avLst/>
          </a:prstGeom>
        </p:spPr>
      </p:pic>
      <p:pic>
        <p:nvPicPr>
          <p:cNvPr id="12" name="Picture 11" descr="A close-up of a phone&#10;&#10;Description automatically generated">
            <a:extLst>
              <a:ext uri="{FF2B5EF4-FFF2-40B4-BE49-F238E27FC236}">
                <a16:creationId xmlns:a16="http://schemas.microsoft.com/office/drawing/2014/main" id="{3653C569-9D83-1913-AD8C-5F76F3ED01A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8591" y="3705319"/>
            <a:ext cx="1800000" cy="1800000"/>
          </a:xfrm>
          <a:prstGeom prst="roundRect">
            <a:avLst/>
          </a:prstGeom>
        </p:spPr>
      </p:pic>
      <p:pic>
        <p:nvPicPr>
          <p:cNvPr id="18" name="Picture 17" descr="A wooden bed with a blanket&#10;&#10;Description automatically generated">
            <a:extLst>
              <a:ext uri="{FF2B5EF4-FFF2-40B4-BE49-F238E27FC236}">
                <a16:creationId xmlns:a16="http://schemas.microsoft.com/office/drawing/2014/main" id="{16F4ABDE-BDD8-E75F-4C6B-F8F49C9A5E2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0816" y="1383565"/>
            <a:ext cx="1800000" cy="1800000"/>
          </a:xfrm>
          <a:prstGeom prst="roundRect">
            <a:avLst/>
          </a:prstGeom>
        </p:spPr>
      </p:pic>
      <p:pic>
        <p:nvPicPr>
          <p:cNvPr id="37" name="Picture 36" descr="A close-up of flowers&#10;&#10;Description automatically generated">
            <a:extLst>
              <a:ext uri="{FF2B5EF4-FFF2-40B4-BE49-F238E27FC236}">
                <a16:creationId xmlns:a16="http://schemas.microsoft.com/office/drawing/2014/main" id="{7B92ACAA-7AA3-1B82-9BC8-4BE8CF4E19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0816" y="3705319"/>
            <a:ext cx="1800000" cy="1800000"/>
          </a:xfrm>
          <a:prstGeom prst="roundRect">
            <a:avLst/>
          </a:prstGeom>
        </p:spPr>
      </p:pic>
      <p:pic>
        <p:nvPicPr>
          <p:cNvPr id="40" name="Picture 39" descr="A bullet train at a station&#10;&#10;Description automatically generated">
            <a:extLst>
              <a:ext uri="{FF2B5EF4-FFF2-40B4-BE49-F238E27FC236}">
                <a16:creationId xmlns:a16="http://schemas.microsoft.com/office/drawing/2014/main" id="{329C56F8-9837-DEAA-0EED-EADD5608FAB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81184" y="3714846"/>
            <a:ext cx="1800000" cy="1800000"/>
          </a:xfrm>
          <a:prstGeom prst="roundRect">
            <a:avLst/>
          </a:prstGeom>
        </p:spPr>
      </p:pic>
      <p:pic>
        <p:nvPicPr>
          <p:cNvPr id="43" name="Picture 42" descr="A cat sitting in front of a window&#10;&#10;Description automatically generated">
            <a:extLst>
              <a:ext uri="{FF2B5EF4-FFF2-40B4-BE49-F238E27FC236}">
                <a16:creationId xmlns:a16="http://schemas.microsoft.com/office/drawing/2014/main" id="{4692BD91-FB68-69B7-4BE9-88F8D60518A8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8591" y="1382618"/>
            <a:ext cx="1800000" cy="1800000"/>
          </a:xfrm>
          <a:prstGeom prst="roundRect">
            <a:avLst/>
          </a:prstGeom>
        </p:spPr>
      </p:pic>
      <p:pic>
        <p:nvPicPr>
          <p:cNvPr id="46" name="Picture 45" descr="A person riding an elephant&#10;&#10;Description automatically generated">
            <a:extLst>
              <a:ext uri="{FF2B5EF4-FFF2-40B4-BE49-F238E27FC236}">
                <a16:creationId xmlns:a16="http://schemas.microsoft.com/office/drawing/2014/main" id="{784A4B53-0589-1283-331C-E8125216D04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81182" y="1393092"/>
            <a:ext cx="1800000" cy="1800000"/>
          </a:xfrm>
          <a:prstGeom prst="roundRect">
            <a:avLst/>
          </a:prstGeom>
        </p:spPr>
      </p:pic>
      <p:pic>
        <p:nvPicPr>
          <p:cNvPr id="49" name="Picture 48" descr="A close up of a knife&#10;&#10;Description automatically generated">
            <a:extLst>
              <a:ext uri="{FF2B5EF4-FFF2-40B4-BE49-F238E27FC236}">
                <a16:creationId xmlns:a16="http://schemas.microsoft.com/office/drawing/2014/main" id="{B550D212-103D-9B58-6A67-07C40E5EFEE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95998" y="3705319"/>
            <a:ext cx="1800000" cy="1800000"/>
          </a:xfrm>
          <a:prstGeom prst="roundRect">
            <a:avLst/>
          </a:prstGeom>
        </p:spPr>
      </p:pic>
      <p:pic>
        <p:nvPicPr>
          <p:cNvPr id="52" name="Picture 51" descr="A group of people under a bridge&#10;&#10;Description automatically generated">
            <a:extLst>
              <a:ext uri="{FF2B5EF4-FFF2-40B4-BE49-F238E27FC236}">
                <a16:creationId xmlns:a16="http://schemas.microsoft.com/office/drawing/2014/main" id="{045E8C37-A498-1321-9AA0-C0CE51CE8A34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103406" y="1381612"/>
            <a:ext cx="1800000" cy="1800000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13172551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10</Words>
  <Application>Microsoft Macintosh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Fung, Ho Yin</dc:creator>
  <cp:lastModifiedBy>Fung, Ho Yin</cp:lastModifiedBy>
  <cp:revision>3</cp:revision>
  <dcterms:created xsi:type="dcterms:W3CDTF">2025-09-22T17:25:07Z</dcterms:created>
  <dcterms:modified xsi:type="dcterms:W3CDTF">2025-09-29T16:06:19Z</dcterms:modified>
</cp:coreProperties>
</file>